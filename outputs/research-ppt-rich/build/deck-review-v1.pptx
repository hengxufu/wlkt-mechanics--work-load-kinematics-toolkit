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Times New Roman"/>
              <a:ea typeface="Microsoft YaHei"/>
              <a:cs typeface="Times New Roman"/>
            </a:defRPr>
          </a:pPr>
          <a:endParaRPr lang="en-US">
            <a:latin typeface="Times New Roman"/>
            <a:ea typeface="Microsoft YaHei"/>
            <a:cs typeface="Times New Roman"/>
          </a:endParaRPr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本地离线的材料力学学习辅助软件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来源：README.md；用户提供的产品定位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从力学概念</a:t>
            </a:r>
            <a:endParaRPr lang="en-US" sz="3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到可验证计算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本地离线材料力学学习软件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模型：节点 / 材料 / 截面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响应：内力 / 变形 / 反力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解释：公式 / 推导 / 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真实工作区 · 二维 / 空间杆系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本地离线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v2.0.2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同学分享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概念飘带仅作装饰</a:t>
            </a:r>
            <a:endParaRPr lang="en-US" sz="9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rich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为什么需要这样的学习工具？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课堂难点是把模型、计算与内力图联系起来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来源：二维简支梁解析条件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建模抽象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支座究竟约束什么？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1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节点 / 单元 / 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先画条件，再建立模型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4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符号难读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负弯矩是否表示错误？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8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局部坐标 / 正负约定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先辨符号，再比较幅值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可信度判断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求解完成就足够吗？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5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平衡关系 / 解析对照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先作预测，再核对结果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学习闭环：条件 → 模型 → 响应 → 解释 → 回到条件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四类基本变形与统一力学量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不同变形形式共享内力、材料与截面参数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来源：README.md公式库及功能说明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拉伸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ΔL = NL / (EA)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轴力与长度变化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5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压缩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压缩取符号约定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1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短柱概念，非失稳分析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V → M → σ、w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σmax = M / W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EI 控制挠度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9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关注危险截面位置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1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T → τ → φ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τmax = T / Wt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φ = TL / (GJ)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7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均匀圆轴、小变形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48" name="S03/web-rich-01" descr="single-element asset; sha256=dc2af86829bcb3b581c0028ff9aca7a69673be3c6b53b4ac61016c3bf96f22f2; source=D:\MACHANICS-OF-MATERIALS-main\outputs\research-ppt-rich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49" name="S03/web-rich-02" descr="single-element asset; sha256=1d89bfc612bfe06d536c62378f5d93c05dd8cb1e858087469ac598fbc565d456; source=D:\MACHANICS-OF-MATERIALS-main\outputs\research-ppt-rich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0" name="S03/web-rich-03" descr="single-element asset; sha256=a39b3f4935ee4dd51afda4280479e0fd859ccff7159de3b7b9642679d36f4422; source=D:\MACHANICS-OF-MATERIALS-main\outputs\research-ppt-rich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1" name="S03/web-rich-04" descr="single-element asset; sha256=0ac29514cfe88aea1b3a412ce7dac11041e221e56cf845596f68f1892d294d3c; source=D:\MACHANICS-OF-MATERIALS-main\outputs\research-ppt-rich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从建模到核验的完整流程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输入、求解、展示和解析核对形成学习闭环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来源：README.md；用户提供的技术架构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题目 / 物理条件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单位、几何、受力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1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离散结构模型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节点、构件、材料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6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自由度、等效作用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1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局部到整体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单元刚度、坐标变换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6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7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位移、反力、端力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1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2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结果解释与可视化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N / V / M、变形、结果表与教学推导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5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独立校核：平衡关系 + 解析解 + 参数实验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7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输入校核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约束是否足够 / 单位是否一致 / 荷载方向是否正确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闭环原则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不只确认“求解完成”，还要解释结果是否符合物理预期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真实工作区如何组织？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左模型树、中视图区、右属性面板协同操作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来源：live/01-workspace.jpg；qa/live-run-evidence.json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典型交互：选中对象 → 修改属性 → 观察视图 → 核对结果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5/object-151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9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模型树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节点、构件与条件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工作视图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几何、荷载与结果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属性栏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选中对象后检查参数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6m简支梁的建模与荷载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两节点一单元也能描述跨中集中力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来源：live/07-load-properties.jpg；qa/live-run-evidence.json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8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1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2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3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7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单元 E1：A—B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单元内集中力：a = 3 m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2 个节点 · 1 个梁单元 · 无需新增跨中节点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边界条件与自由度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34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节点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受约束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自由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7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荷载属性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−1.800×10⁴ 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位置 3.000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剪力与弯矩为什么这样变化？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集中力引起剪力跃变和跨中弯矩极值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来源：live/06-shear.jpg；live/03-beam-moment.jpg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沿梁读取：A端 → 集中力左侧 → 集中力右侧 → B端；先辨符号，再比较幅值。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剪力：集中力处发生跳变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弯矩：跨中达到幅值峰值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5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7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左右段幅值 9 kN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跨中标注 −27 kN·m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同一模型 / 同一荷载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反力与最大弯矩的数值核验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给定工况下反力与弯矩幅值符合解析结果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来源：live/03-beam-moment.jpg；live/05-element-results.jpg；qa/live-run-evidence.json；RA=RB=P/2；Mmax=PL/4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解析期望 ↔ 实机读数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核验项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解析幅值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界面幅值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跨中弯矩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条件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6 m / 跨中18 kN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符号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图中−27遵循软件约定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端弯矩0，内部峰值27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结论限于默认案例的显示幅值对照，尚非全工况精度认证。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rich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荷载位置如何影响计算结果？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反力分配与弯矩峰值随荷载位置改变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09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来源：解析预测：P=18kN，L=6m，a=1/2/3m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a=1m：反力偏向左端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a=2m：分配逐渐均衡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a=3m：对称且弯矩幅值最大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反力幅值 / kN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弯矩峰值幅值 / kN·m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4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固定荷载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固定跨度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位置变量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a距左端：1 / 2 / 3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解析预测，非新增实机测量。先预测，再在软件中改变位置并核对。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教学推导与危险截面分析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计算结果需要返回公式和截面条件解释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10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来源：live/04-derivation.jpg；README.md公式库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8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受力分析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隔离结构，列出外力与支座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5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6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整体平衡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9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ΣFx=0，ΣFz=0，ΣMy=0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截面内力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dV/dx+qz=0；dM/dx−V=0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7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8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结果检查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比较边界值、峰值与单位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教学助手：让每一步都有可核对的物理含义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空间刚架的六自由度建模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空间梁节点同时包含三平移与三转动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来源：README.md；空间刚架运行条件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4 × 6 = 24：约束处理前节点自由度总数，不等于24个有效自由度。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每节点六自由度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1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3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两端共 12 自由度 → 12×12 单元刚度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EA/L：轴向  ·  GJ/L：扭转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局部 y / z：双向弯曲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Euler–Bernoulli 梁，不含剪切变形修正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rich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空间刚架的实机结果核验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三向合力平衡成立，完整力矩核验仍缺失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来源：live/11-space-results.jpg；qa/live-run-evidence.json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核验步骤：读取外力 → 读取总反力 → 逐方向求和 → 明确未检查的力矩。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24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总自由度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方向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D点外力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A点反力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平衡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x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y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z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本次界面报告：Worker CPU；残差约 6×10⁻¹⁴；变形显示放大 2.4 倍。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仅核对三向力平衡；扭矩数值未捕获，应力 / 安全系数未补填。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rich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本地求解软件的技术架构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当前数值求解主要运行于Worker CPU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来源：README.md；用户提供的技术栈和求解能力说明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7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本地计算核心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单元组装 / 约束分块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位移 → 反力与端力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模型数据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节点、材料、截面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4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可视交互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Vue 3 / TypeScript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Three.js 视图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7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学习解释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公式库 / 分步推导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内力与结果表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3/object-363"/>
          <p:cNvSpPr/>
          <p:nvPr/>
        </p:nvSpPr>
        <p:spPr>
          <a:xfrm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1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离线交付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Electron / PWA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Worker CPU + sparse LU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WebGPU 仅设备检测；未启用 GPU 数值内核。Worker不可用时回退主线程CPU。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rich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哪些能力已具备，哪些仍受限？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功能存在、实机观察与充分验证不是一回事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来源：README.md；qa/live-run-evidence.json；技术边界说明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已实现 · 学习功能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二维梁 / 刚架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反力、N / V / M、变形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空间杆系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节点自由度、构件端力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使用前检查条件与符号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4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实验中 · 继续验证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Tet4实验内核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与主编辑器实体链仍待完善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WebGPU能力检测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不等于GPU数值求解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不把界面入口当作成熟能力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用途边界 · 如实说明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课堂学习与训练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解析对照、可视化理解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尚非工程认证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不用于设计、鉴定或商业用途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功能存在 ≠ 充分验证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7" name="S14/web-rich-09" descr="single-element asset; sha256=bca6ce2edf8253445c3bb8fc91e810354c9b163bbb703c1003ce3e10cc5b47bd; source=D:\MACHANICS-OF-MATERIALS-main\outputs\research-ppt-rich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如何复现一个简单学习算例？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从建模、结果查看到解析核对按顺序操作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来源：live/01-workspace.jpg；live/07-load-properties.jpg；二维解析核验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8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载入案例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帮助 → 使用指导与默认案例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检查条件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单位、截面、约束、荷载方向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求解与核对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二维自动求解；三维点本地求解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1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改变单参数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先预测，改位置，再比较结果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排错线索：不稳定→约束；量级异常→单位；图形异常→方向与局部坐标。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让力学结果真正可理解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以可复算案例验证功能，再逐步扩展边界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来源：二维解析与实机记录；三维实机记录；证据缺口清单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把“看见结果”推进到“解释结果”</a:t>
            </a:r>
            <a:endParaRPr lang="en-US" sz="3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可视化建模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把条件转成节点与构件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已见：二维与空间工作区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3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结果解释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联系内力图、公式与危险位置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已见：默认梁幅值对照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独立核验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平衡关系与解析解交叉检查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已见：空间三向力平衡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下一步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补充边界与荷载组合 → 建立回归算例 → 完善空间分析与完整力矩核验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附录：公式与单位速查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统一参数定义、单位和符号口径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来源：静力学公式；README.md公式符号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轴向拉压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σ=N/A；ΔL=NL/(EA)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N：轴力；A：面积；E：弹性模量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均匀等截面、线弹性；统一N/m/Pa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弯曲响应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σmax=M/W；EI控制挠度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M：弯矩；W：抗弯截面系数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线弹性、小变形；截面与边界须匹配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1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圆轴扭转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τmax=T/Wt；φ=TL/(GJ)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T：扭矩；J：极惯性矩；G：剪切模量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均匀圆轴、小变形；角度按rad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8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9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集中力简支梁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RA=P(L−a)/L；Mpeak=Pa(L−a)/L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a：距左支座位置；0&lt;a&lt;L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本稿P=18kN，L=6m；仅解析预测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附录：证据索引与验证范围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每一项结论必须能够追溯到具体来源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来源：README.md；outputs/classmate-sharing/assets/live/；qa/live-run-evidence.json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实机已观察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二维梁9/9kN与27kN·m幅值；空间三向力平衡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本地实机截图与运行记录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2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解析预测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荷载位置a=1/2/3m的反力与弯矩趋势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sources/native-data.json，非新增测量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8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实验与缺项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Tet4实验；完整力矩核验待补；GPU仅检测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README及求解能力审计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4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视觉协作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网页规划与逐项独立素材生成，模型名未核验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用户授权当前网页版继续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欢迎带着模型、单位和截图交流：先定位条件，再判断差异。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2026-10-11T10:00:36Z</dcterms:created>
  <dcterms:modified xsi:type="dcterms:W3CDTF">2026-10-11T10:00:36Z</dcterms:modified>
</cp:coreProperties>
</file>