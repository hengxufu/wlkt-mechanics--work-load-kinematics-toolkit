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rich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19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20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1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22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23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4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26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27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8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29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30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33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34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5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36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37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19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0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1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2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4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7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8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9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0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1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2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5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6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37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38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9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0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3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4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5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46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7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  <p:pic>
        <p:nvPicPr>
          <p:cNvPr id="48" name="S03/web-rich-01" descr="single-element asset; sha256=dc2af86829bcb3b581c0028ff9aca7a69673be3c6b53b4ac61016c3bf96f22f2; source=D:\MACHANICS-OF-MATERIALS-main\outputs\research-ppt-rich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49" name="S03/web-rich-02" descr="single-element asset; sha256=1d89bfc612bfe06d536c62378f5d93c05dd8cb1e858087469ac598fbc565d456; source=D:\MACHANICS-OF-MATERIALS-main\outputs\research-ppt-rich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0" name="S03/web-rich-03" descr="single-element asset; sha256=a39b3f4935ee4dd51afda4280479e0fd859ccff7159de3b7b9642679d36f4422; source=D:\MACHANICS-OF-MATERIALS-main\outputs\research-ppt-rich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1" name="S03/web-rich-04" descr="single-element asset; sha256=0ac29514cfe88aea1b3a412ce7dac11041e221e56cf845596f68f1892d294d3c; source=D:\MACHANICS-OF-MATERIALS-main\outputs\research-ppt-rich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6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9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0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1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4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5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6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9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0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1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4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5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6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7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9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0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1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2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3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4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5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6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7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9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0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1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17" name="S05/object-151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19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22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3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6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7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0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8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1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2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3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4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7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8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9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0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31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34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7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17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0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3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5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7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9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31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rich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18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0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2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3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4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28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29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1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2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4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5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8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22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24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5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6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28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9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0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34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36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7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8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0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41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1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3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rich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rich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7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4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7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363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1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rich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8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19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0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1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2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3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4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5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6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7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28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29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0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2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3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4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5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6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  <p:pic>
        <p:nvPicPr>
          <p:cNvPr id="37" name="S14/web-rich-09" descr="single-element asset; sha256=bca6ce2edf8253445c3bb8fc91e810354c9b163bbb703c1003ce3e10cc5b47bd; source=D:\MACHANICS-OF-MATERIALS-main\outputs\research-ppt-rich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8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1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2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5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6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9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0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1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3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4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17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20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21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22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3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25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26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27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30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31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32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33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0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1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2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3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27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28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29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0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1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34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35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36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37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8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41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42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43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19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0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1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2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5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6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7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8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1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2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3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4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7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38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39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2026-10-11T10:02:11Z</dcterms:created>
  <dcterms:modified xsi:type="dcterms:W3CDTF">2026-10-11T10:02:11Z</dcterms:modified>
</cp:coreProperties>
</file>