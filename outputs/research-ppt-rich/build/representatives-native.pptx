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视觉与内容增强：明确模型创建、材料截面、约束荷载、求解计算、结果展示、教学解释六阶段，区分软件功能与验证环节。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7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8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9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20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1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2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3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4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6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4F0FA"/>
          </a:solidFill>
          <a:ln w="10160">
            <a:solidFill>
              <a:srgbClr val="E4F0FA"/>
            </a:solidFill>
            <a:prstDash val="solid"/>
          </a:ln>
        </p:spPr>
      </p:sp>
      <p:sp>
        <p:nvSpPr>
          <p:cNvPr id="27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8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9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30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2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4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6" name="S01/object-27"/>
          <p:cNvSpPr/>
          <p:nvPr/>
        </p:nvSpPr>
        <p:spPr>
          <a:xfrm>
            <a:off x="9006840" y="583387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4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4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4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4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4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4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4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12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4" name="S04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7" name="S04/object-3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4/object-3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S04/object-3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20" name="S04/object-3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21" name="S04/object-4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2" name="S04/object-4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04/object-4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S04/object-4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5" name="S04/object-4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6" name="S04/object-4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7" name="S04/object-4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4/object-4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04/object-4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30" name="S04/object-4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31" name="S04/object-5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2" name="S04/object-5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4/object-5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S04/object-5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5" name="S04/object-5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6" name="S04/object-5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7" name="S04/object-5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8" name="S04/object-5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S04/object-5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40" name="S04/object-5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41" name="S04/object-6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42" name="S04/object-6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3" name="S04/object-6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4" name="S04/object-6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5" name="S04/object-6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6" name="S04/object-6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7" name="S04/object-6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8" name="S04/object-6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9" name="S04/object-6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50" name="S04/object-6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51" name="S04/object-7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52" name="S04/object-7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8/object-7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7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7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7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7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7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8/object-7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7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7" name="S08/object-80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9" name="S08/object-81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4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1" name="S08/object-82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8/object-83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3" name="S08/object-84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4" name="S08/object-85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8/object-86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6" name="S08/object-87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7" name="S08/object-88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8/object-89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9" name="S08/object-90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30" name="S08/object-91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拉压弯扭大师｜视觉与内容增强版</dc:title>
  <dc:subject>PptxGenJS Presentation</dc:subject>
  <dc:creator>拉压弯扭大师</dc:creator>
  <cp:lastModifiedBy>拉压弯扭大师</cp:lastModifiedBy>
  <cp:revision>1</cp:revision>
  <dcterms:created xsi:type="dcterms:W3CDTF">2026-10-11T09:39:54Z</dcterms:created>
  <dcterms:modified xsi:type="dcterms:W3CDTF">2026-10-11T09:39:54Z</dcterms:modified>
</cp:coreProperties>
</file>