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9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1" name="S01/object-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S01/object-7"/>
          <p:cNvSpPr/>
          <p:nvPr/>
        </p:nvSpPr>
        <p:spPr>
          <a:xfrm>
            <a:off x="548640" y="18288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4000" dirty="0"/>
          </a:p>
        </p:txBody>
      </p:sp>
      <p:sp>
        <p:nvSpPr>
          <p:cNvPr id="14" name="S01/object-8"/>
          <p:cNvSpPr/>
          <p:nvPr/>
        </p:nvSpPr>
        <p:spPr>
          <a:xfrm>
            <a:off x="54864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5" name="S01/object-9"/>
          <p:cNvSpPr/>
          <p:nvPr/>
        </p:nvSpPr>
        <p:spPr>
          <a:xfrm>
            <a:off x="594360" y="37673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一根梁，串起建模、求解、推导与独立校核</a:t>
            </a:r>
            <a:endParaRPr lang="en-US" sz="2200" dirty="0"/>
          </a:p>
        </p:txBody>
      </p:sp>
      <p:sp>
        <p:nvSpPr>
          <p:cNvPr id="16" name="S01/object-10"/>
          <p:cNvSpPr/>
          <p:nvPr/>
        </p:nvSpPr>
        <p:spPr>
          <a:xfrm>
            <a:off x="59436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1/object-11"/>
          <p:cNvSpPr/>
          <p:nvPr/>
        </p:nvSpPr>
        <p:spPr>
          <a:xfrm>
            <a:off x="70408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18" name="S01/object-12"/>
          <p:cNvSpPr/>
          <p:nvPr/>
        </p:nvSpPr>
        <p:spPr>
          <a:xfrm>
            <a:off x="251460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01/object-13"/>
          <p:cNvSpPr/>
          <p:nvPr/>
        </p:nvSpPr>
        <p:spPr>
          <a:xfrm>
            <a:off x="262432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/ 空间杆系</a:t>
            </a:r>
            <a:endParaRPr lang="en-US" sz="1200" dirty="0"/>
          </a:p>
        </p:txBody>
      </p:sp>
      <p:sp>
        <p:nvSpPr>
          <p:cNvPr id="20" name="S01/object-14"/>
          <p:cNvSpPr/>
          <p:nvPr/>
        </p:nvSpPr>
        <p:spPr>
          <a:xfrm>
            <a:off x="443484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1/object-15"/>
          <p:cNvSpPr/>
          <p:nvPr/>
        </p:nvSpPr>
        <p:spPr>
          <a:xfrm>
            <a:off x="454456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符号公式</a:t>
            </a:r>
            <a:endParaRPr lang="en-US" sz="1200" dirty="0"/>
          </a:p>
        </p:txBody>
      </p:sp>
      <p:sp>
        <p:nvSpPr>
          <p:cNvPr id="22" name="S01/object-16"/>
          <p:cNvSpPr/>
          <p:nvPr/>
        </p:nvSpPr>
        <p:spPr>
          <a:xfrm>
            <a:off x="59436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材料力学同学分享  ·  v2.0.2</a:t>
            </a:r>
            <a:endParaRPr lang="en-US" sz="1700" dirty="0"/>
          </a:p>
        </p:txBody>
      </p:sp>
      <p:sp>
        <p:nvSpPr>
          <p:cNvPr id="23" name="S01/concept-stage"/>
          <p:cNvSpPr/>
          <p:nvPr/>
        </p:nvSpPr>
        <p:spPr>
          <a:xfrm>
            <a:off x="7498080" y="1719072"/>
            <a:ext cx="4114800" cy="4407408"/>
          </a:xfrm>
          <a:prstGeom prst="roundRect">
            <a:avLst>
              <a:gd name="adj" fmla="val 355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7772400" y="5760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概念插画 · 非实测结果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4/object-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4/object-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4/object-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4/object-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4/object-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9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1" name="S04/object-2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04/object-24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4" name="S04/object-25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S04/object-26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6" name="S04/object-27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17" name="S04/object-28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8" name="S04/object-29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04/object-30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04/object-31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1" name="S04/object-32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2" name="S04/object-33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3" name="S04/object-34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04/object-35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S04/object-36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6" name="S04/object-37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27" name="S04/object-38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8" name="S04/object-39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4/object-40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04/object-41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1" name="S04/object-42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2" name="S04/object-43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3" name="S04/object-44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4" name="S04/object-45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S04/object-46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6" name="S04/object-47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37" name="S04/object-48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8" name="S04/object-49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9" name="S04/object-50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0" name="S04/object-51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1" name="S04/object-52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2" name="S04/object-53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3" name="S04/object-54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4" name="S04/object-55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5" name="S04/object-56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6" name="S04/object-57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47" name="S04/object-58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48" name="S04/object-59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8/object-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8/object-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8/object-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8/object-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8/object-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9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1" name="S08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3" name="S08/object-66"/>
          <p:cNvSpPr/>
          <p:nvPr/>
        </p:nvSpPr>
        <p:spPr>
          <a:xfrm>
            <a:off x="571500" y="1778508"/>
            <a:ext cx="6675120" cy="3776472"/>
          </a:xfrm>
          <a:prstGeom prst="rect">
            <a:avLst>
              <a:gd name="adj" fmla="val 3874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4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934"/>
            <a:ext cx="6629400" cy="3729620"/>
          </a:xfrm>
          <a:prstGeom prst="rect">
            <a:avLst/>
          </a:prstGeom>
        </p:spPr>
      </p:pic>
      <p:sp>
        <p:nvSpPr>
          <p:cNvPr id="15" name="S08/object-67"/>
          <p:cNvSpPr/>
          <p:nvPr/>
        </p:nvSpPr>
        <p:spPr>
          <a:xfrm>
            <a:off x="7525512" y="181051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DDEFF8"/>
          </a:solidFill>
          <a:ln w="10160">
            <a:solidFill>
              <a:srgbClr val="DDEFF8"/>
            </a:solidFill>
            <a:prstDash val="solid"/>
          </a:ln>
        </p:spPr>
      </p:sp>
      <p:sp>
        <p:nvSpPr>
          <p:cNvPr id="16" name="S08/object-68"/>
          <p:cNvSpPr/>
          <p:nvPr/>
        </p:nvSpPr>
        <p:spPr>
          <a:xfrm>
            <a:off x="7754112" y="19476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 kN</a:t>
            </a:r>
            <a:endParaRPr lang="en-US" sz="3200" dirty="0"/>
          </a:p>
        </p:txBody>
      </p:sp>
      <p:sp>
        <p:nvSpPr>
          <p:cNvPr id="17" name="S08/object-69"/>
          <p:cNvSpPr/>
          <p:nvPr/>
        </p:nvSpPr>
        <p:spPr>
          <a:xfrm>
            <a:off x="7754112" y="25054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两端反力幅值：RA = RB = P/2</a:t>
            </a:r>
            <a:endParaRPr lang="en-US" sz="1500" dirty="0"/>
          </a:p>
        </p:txBody>
      </p:sp>
      <p:sp>
        <p:nvSpPr>
          <p:cNvPr id="18" name="S08/object-70"/>
          <p:cNvSpPr/>
          <p:nvPr/>
        </p:nvSpPr>
        <p:spPr>
          <a:xfrm>
            <a:off x="7525512" y="309067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19" name="S08/object-71"/>
          <p:cNvSpPr/>
          <p:nvPr/>
        </p:nvSpPr>
        <p:spPr>
          <a:xfrm>
            <a:off x="7754112" y="32369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kN·m</a:t>
            </a:r>
            <a:endParaRPr lang="en-US" sz="3200" dirty="0"/>
          </a:p>
        </p:txBody>
      </p:sp>
      <p:sp>
        <p:nvSpPr>
          <p:cNvPr id="20" name="S08/object-72"/>
          <p:cNvSpPr/>
          <p:nvPr/>
        </p:nvSpPr>
        <p:spPr>
          <a:xfrm>
            <a:off x="7754112" y="3776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最大弯矩幅值：PL/4 = 18×6/4</a:t>
            </a:r>
            <a:endParaRPr lang="en-US" sz="1500" dirty="0"/>
          </a:p>
        </p:txBody>
      </p:sp>
      <p:sp>
        <p:nvSpPr>
          <p:cNvPr id="21" name="S08/object-73"/>
          <p:cNvSpPr/>
          <p:nvPr/>
        </p:nvSpPr>
        <p:spPr>
          <a:xfrm>
            <a:off x="7571232" y="4489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核对符号与位置</a:t>
            </a:r>
            <a:endParaRPr lang="en-US" sz="2100" dirty="0"/>
          </a:p>
        </p:txBody>
      </p:sp>
      <p:sp>
        <p:nvSpPr>
          <p:cNvPr id="22" name="S08/object-74"/>
          <p:cNvSpPr/>
          <p:nvPr/>
        </p:nvSpPr>
        <p:spPr>
          <a:xfrm>
            <a:off x="7571232" y="5020056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 −27 遵循软件约定；端弯矩为 0，内部峰值仍为 27。</a:t>
            </a:r>
            <a:endParaRPr lang="en-US" sz="1800" dirty="0"/>
          </a:p>
        </p:txBody>
      </p:sp>
      <p:sp>
        <p:nvSpPr>
          <p:cNvPr id="23" name="S08/object-75"/>
          <p:cNvSpPr/>
          <p:nvPr/>
        </p:nvSpPr>
        <p:spPr>
          <a:xfrm>
            <a:off x="640080" y="5934456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验证范围：默认梁案例的显示幅值对照；未构成全部工况的求解器精度认证。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拉压弯扭大师｜中国科研分享重制版</dc:title>
  <dc:subject>PptxGenJS Presentation</dc:subject>
  <dc:creator>拉压弯扭大师</dc:creator>
  <cp:lastModifiedBy>拉压弯扭大师</cp:lastModifiedBy>
  <cp:revision>1</cp:revision>
  <dcterms:created xsi:type="dcterms:W3CDTF">2026-10-11T05:53:09Z</dcterms:created>
  <dcterms:modified xsi:type="dcterms:W3CDTF">2026-10-11T05:53:09Z</dcterms:modified>
</cp:coreProperties>
</file>