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技术路线概览。当前实现和后续规划的边界详见第3页。来源：README.md、docs/solver-capability-audit.md、docs/version-2.0-stage-1.md。技术图全部为PowerPoint原生可编辑形状与文本。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公式用于教学概览：轴向和扭转变形公式适用于相应均匀杆与恒定内力假设；扭转应力式适用于圆截面Saint-Venant扭转，J为极惯性矩。一般非圆截面不能直接套用Tρ/J。弯曲正负号随项目约定。von Mises用于适用材料的等效应力评价。安全系数需给定强度准则和材料强度。本页公式路径并不宣称所有组合工况均已自动接入有限元流程。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依据项目仓库文档整理，不表示本次已运行软件验证。来源README.md（2.0.2）、docs/solver-capability-audit.md、docs/version-2.0-stage-1.md、docs/3d-fem-roadmap.md。空间刚架为Euler-Bernoulli形式。近期与后续阶段为建议路线。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  /  技术路线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从力学问题到可解释结果，构建本地教学闭环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目标：把拉伸压缩、弯曲、扭转与组合变形贯通为“建模—求解—解释—验证”的统一流程。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材料力学教学与学习场景  ·  基于项目 README 与能力审计整理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64282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2029968" cy="2926080"/>
          </a:xfrm>
          <a:prstGeom prst="roundRect">
            <a:avLst>
              <a:gd name="adj" fmla="val 5405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26771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" y="276148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问题与建模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7512" y="3337560"/>
            <a:ext cx="170078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 / 压 / 弯 / 扭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节点、杆件与支座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材料、截面与荷载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42032" y="3547872"/>
            <a:ext cx="228600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88920" y="2103120"/>
            <a:ext cx="2029968" cy="2926080"/>
          </a:xfrm>
          <a:prstGeom prst="roundRect">
            <a:avLst>
              <a:gd name="adj" fmla="val 5405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226771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53512" y="276148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统一模型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53512" y="3337560"/>
            <a:ext cx="170078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 / 三维模型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自由度与单位校核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模型修订与结果绑定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28032" y="3547872"/>
            <a:ext cx="228600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74920" y="2103120"/>
            <a:ext cx="2029968" cy="2926080"/>
          </a:xfrm>
          <a:prstGeom prst="roundRect">
            <a:avLst>
              <a:gd name="adj" fmla="val 5405"/>
            </a:avLst>
          </a:prstGeom>
          <a:solidFill>
            <a:srgbClr val="E5F3EF"/>
          </a:solidFill>
          <a:ln w="12700">
            <a:solidFill>
              <a:srgbClr val="E5F3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226771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39512" y="276148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39512" y="3337560"/>
            <a:ext cx="170078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2D 梁与空间杆系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刚度组装与约束处理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/ Worker 求解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14032" y="3547872"/>
            <a:ext cx="228600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60920" y="2103120"/>
            <a:ext cx="2029968" cy="2926080"/>
          </a:xfrm>
          <a:prstGeom prst="roundRect">
            <a:avLst>
              <a:gd name="adj" fmla="val 5405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25512" y="226771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25512" y="276148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解释与展示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525512" y="3337560"/>
            <a:ext cx="170078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位移、反力与内力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应力与危险位置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公式计算与分步推导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400032" y="3547872"/>
            <a:ext cx="228600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46920" y="2103120"/>
            <a:ext cx="2029968" cy="2926080"/>
          </a:xfrm>
          <a:prstGeom prst="roundRect">
            <a:avLst>
              <a:gd name="adj" fmla="val 5405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11512" y="226771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11512" y="2761488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验证与应用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811512" y="3337560"/>
            <a:ext cx="170078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 / 解析解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数值校核与回归验证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离线桌面教学应用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661904" y="5166360"/>
            <a:ext cx="0" cy="50292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517904" y="5669280"/>
            <a:ext cx="9144000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1517904" y="5166360"/>
            <a:ext cx="0" cy="50292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926080" y="527608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案例与误差反馈 → 修正模型、求解策略和教学表达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  /  技术路线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四类力学问题，共享一套计算与校核流程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E、G、A、I、J 等材料与截面参数；由内力与边界条件建立相应计算模型。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材料力学教学与学习场景  ·  基于项目 README 与能力审计整理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64282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993392"/>
            <a:ext cx="1938528" cy="612648"/>
          </a:xfrm>
          <a:prstGeom prst="roundRect">
            <a:avLst>
              <a:gd name="adj" fmla="val 1791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210312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 / 压缩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487168" y="2304288"/>
            <a:ext cx="292608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62072" y="1993392"/>
            <a:ext cx="8823960" cy="612648"/>
          </a:xfrm>
          <a:prstGeom prst="roundRect">
            <a:avLst>
              <a:gd name="adj" fmla="val 1791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20848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轴力 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08483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51776" y="2084832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ΔL = NL / EA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82328" y="2084832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轴向应力与变形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798064"/>
            <a:ext cx="1938528" cy="612648"/>
          </a:xfrm>
          <a:prstGeom prst="roundRect">
            <a:avLst>
              <a:gd name="adj" fmla="val 1791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90779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487168" y="3108960"/>
            <a:ext cx="292608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62072" y="2798064"/>
            <a:ext cx="8823960" cy="612648"/>
          </a:xfrm>
          <a:prstGeom prst="roundRect">
            <a:avLst>
              <a:gd name="adj" fmla="val 1791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35808" y="28895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 M、剪力 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288950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My / 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51776" y="2889504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 · v″ = 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82328" y="2889504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弯曲应力与挠度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602736"/>
            <a:ext cx="1938528" cy="612648"/>
          </a:xfrm>
          <a:prstGeom prst="roundRect">
            <a:avLst>
              <a:gd name="adj" fmla="val 1791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371246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2487168" y="3913632"/>
            <a:ext cx="292608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862072" y="3602736"/>
            <a:ext cx="8823960" cy="612648"/>
          </a:xfrm>
          <a:prstGeom prst="roundRect">
            <a:avLst>
              <a:gd name="adj" fmla="val 1791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35808" y="369417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扭矩 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74920" y="369417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 = Tρ / J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51776" y="369417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 = TL / GJ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82328" y="3694176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剪应力与扭转角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" y="4407408"/>
            <a:ext cx="1938528" cy="612648"/>
          </a:xfrm>
          <a:prstGeom prst="roundRect">
            <a:avLst>
              <a:gd name="adj" fmla="val 17910"/>
            </a:avLst>
          </a:prstGeom>
          <a:solidFill>
            <a:srgbClr val="E5F3EF"/>
          </a:solidFill>
          <a:ln w="12700">
            <a:solidFill>
              <a:srgbClr val="E5F3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451713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组合变形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2487168" y="4718304"/>
            <a:ext cx="292608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862072" y="4407408"/>
            <a:ext cx="8823960" cy="612648"/>
          </a:xfrm>
          <a:prstGeom prst="roundRect">
            <a:avLst>
              <a:gd name="adj" fmla="val 17910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35808" y="4498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N、M、T 联合作用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74920" y="44988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正应力与剪应力组合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351776" y="449884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von Mises 等效应力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482328" y="4498848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危险位置与安全系数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02920" y="5504688"/>
            <a:ext cx="11173968" cy="566928"/>
          </a:xfrm>
          <a:prstGeom prst="roundRect">
            <a:avLst>
              <a:gd name="adj" fmla="val 19355"/>
            </a:avLst>
          </a:prstGeom>
          <a:solidFill>
            <a:srgbClr val="172C38"/>
          </a:solidFill>
          <a:ln w="12700">
            <a:solidFill>
              <a:srgbClr val="172C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614416"/>
            <a:ext cx="10716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统一校核：单位与符号 → 约束充分性 → 平衡 / 残差 → 解析解对照 → 结果解释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48640" y="612648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注：公式为典型线弹性模型示意；扭转应力式适用于圆截面，具体计算需满足模型假设。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  /  技术路线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以已实现的杆系分析为基础，分阶段扩展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优先级建议：先补齐计算与教学闭环，再扩展实体可视化与性能后端；不设未经评估的工期。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材料力学教学与学习场景  ·  基于项目 README 与能力审计整理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64282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3520440" cy="3319272"/>
          </a:xfrm>
          <a:prstGeom prst="roundRect">
            <a:avLst>
              <a:gd name="adj" fmla="val 3306"/>
            </a:avLst>
          </a:prstGeom>
          <a:solidFill>
            <a:srgbClr val="E5F3EF"/>
          </a:solidFill>
          <a:ln w="12700">
            <a:solidFill>
              <a:srgbClr val="E5F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221992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已实现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" y="2715768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杆系与教学基础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7512" y="3291840"/>
            <a:ext cx="319125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 / 刚架建模与求解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空间桁架 / 刚架分析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公式库、分步推导、结果表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Worker 与离线分发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34256" y="2057400"/>
            <a:ext cx="3520440" cy="3319272"/>
          </a:xfrm>
          <a:prstGeom prst="roundRect">
            <a:avLst>
              <a:gd name="adj" fmla="val 3306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2221992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建议近期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98848" y="2715768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补齐与统一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98848" y="3291840"/>
            <a:ext cx="319125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统一模型接口与结果口径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补充空间构件荷载与内力插值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完善解析解、对称算例与回归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强化局部轴、约束与错误提示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65592" y="2057400"/>
            <a:ext cx="3520440" cy="3319272"/>
          </a:xfrm>
          <a:prstGeom prst="roundRect">
            <a:avLst>
              <a:gd name="adj" fmla="val 3306"/>
            </a:avLst>
          </a:prstGeom>
          <a:solidFill>
            <a:srgbClr val="FFF2DE"/>
          </a:solidFill>
          <a:ln w="12700">
            <a:solidFill>
              <a:srgbClr val="FFF2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2221992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后续规划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0184" y="2715768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C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实体与性能扩展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30184" y="3291840"/>
            <a:ext cx="319125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 网格与边界条件完善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应力恢复与实体结果可视化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 WASM / WebGPU 内核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2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精度、残差与性能基准验证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41648" y="3703320"/>
            <a:ext cx="274320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72984" y="3703320"/>
            <a:ext cx="274320" cy="0"/>
          </a:xfrm>
          <a:prstGeom prst="line">
            <a:avLst/>
          </a:prstGeom>
          <a:noFill/>
          <a:ln w="22860">
            <a:solidFill>
              <a:srgbClr val="007F7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2920" y="5641848"/>
            <a:ext cx="11183112" cy="502920"/>
          </a:xfrm>
          <a:prstGeom prst="roundRect">
            <a:avLst>
              <a:gd name="adj" fmla="val 21818"/>
            </a:avLst>
          </a:prstGeom>
          <a:solidFill>
            <a:srgbClr val="F1F5F7"/>
          </a:solidFill>
          <a:ln w="12700">
            <a:solidFill>
              <a:srgbClr val="F1F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5724144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65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能力边界：Tet4 为实验模块；WebGPU 当前仅设备检测；尚无实体连续应力云图。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项目组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拉压弯扭大师｜技术路线图</dc:title>
  <dc:subject>材料力学教学软件技术路线</dc:subject>
  <dc:creator>拉压弯扭大师项目组</dc:creator>
  <cp:lastModifiedBy>拉压弯扭大师项目组</cp:lastModifiedBy>
  <cp:revision>1</cp:revision>
  <dcterms:created xsi:type="dcterms:W3CDTF">2026-10-10T06:51:08Z</dcterms:created>
  <dcterms:modified xsi:type="dcterms:W3CDTF">2026-10-10T06:51:08Z</dcterms:modified>
</cp:coreProperties>
</file>