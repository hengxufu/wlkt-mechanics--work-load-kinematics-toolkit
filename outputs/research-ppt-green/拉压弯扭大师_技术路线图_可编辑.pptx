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5282F153-3F37-0F45-9E97-73ACFA13230C}" type="datetimeFigureOut">
              <a:rPr lang="en-US">
                <a:latin typeface="Times New Roman"/>
                <a:ea typeface="Microsoft YaHei"/>
                <a:cs typeface="Times New Roman"/>
              </a:rPr>
              <a:t>7/23/19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Microsoft YaHei"/>
                <a:cs typeface="Times New Roman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CE5E9CC1-C706-0F49-92D6-E571CC5EEA8F}" type="slidenum">
              <a:rPr lang="en-US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bodyStyle>
    <p:otherStyle>
      <a:defPPr>
        <a:defRPr lang="en-US">
          <a:latin typeface="Times New Roman"/>
          <a:ea typeface="Microsoft YaHei"/>
          <a:cs typeface="Times New Roman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“拉压弯扭大师” 材料力学教学软件技术路线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5" name="S04/object-2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拉伸 / 压缩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4/object-3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9" name="S04/object-4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0" name="S04/object-5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1" name="S04/object-6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P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4/object-7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P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" name="S04/object-8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14" name="S04/object-9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弯曲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4/object-10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4/object-11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4/object-12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20" name="S04/object-13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1" name="S04/object-14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F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4/object-15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3" name="S04/object-16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4" name="S04/object-17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5" name="S04/object-18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6" name="S04/object-19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27" name="S04/object-20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扭转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4/object-21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1" name="S04/object-22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2" name="S04/object-23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3" name="S04/object-24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4" name="S04/object-25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5" name="S04/object-26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6" name="S04/object-27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7" name="S04/object-28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4/object-29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4/object-30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40" name="S04/object-31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组合变形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04/object-32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2" name="S04/object-33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3" name="S04/object-34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4" name="S04/object-35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5" name="S04/object-36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6" name="S04/object-37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7" name="S04/object-38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8" name="S04/object-39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9" name="S04/object-40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0" name="S04/object-41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1" name="S04/object-42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2" name="S04/object-43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3" name="S04/object-44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4" name="S04/object-45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5" name="S04/object-46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6" name="S04/object-47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7" name="S04/object-48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8" name="S04/object-49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9" name="S04/object-50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0" name="S04/object-51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1" name="S04/object-52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2" name="S04/object-53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3" name="S04/object-54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z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4" name="S04/object-55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x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5" name="S04/object-56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57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58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59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60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61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建模输入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3" name="S04/object-62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二维梁 / 刚架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4" name="S04/object-63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空间桁架 / 刚架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5" name="S04/object-64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节点 / 材料 / 截面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6" name="S04/object-65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约束与荷载输入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7" name="S04/object-66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8" name="S04/object-67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9" name="S04/object-68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1" name="S04/object-69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3" name="S04/object-70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4" name="S04/object-71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5" name="S04/object-72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6" name="S04/object-73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7" name="S04/object-74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8" name="S04/object-75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90" name="S04/object-76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77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78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79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80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81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82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83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84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85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统一模型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0" name="S04/object-86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杆系单元统一表达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1" name="S04/object-87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坐标变换 / 自由度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2" name="S04/object-88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二维与空间模型组织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3" name="S04/object-89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数据关联公式与显示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4" name="S04/object-90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5" name="S04/object-91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6" name="S04/object-92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7" name="S04/object-93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8" name="S04/object-94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9" name="S04/object-95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0" name="S04/object-96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1" name="S04/object-97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2" name="S04/object-98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3" name="S04/object-99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4" name="S04/object-100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5" name="S04/object-101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6" name="S04/object-102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7" name="S04/object-103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8" name="S04/object-104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9" name="S04/object-105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0" name="S04/object-106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1" name="S04/object-107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2" name="S04/object-108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3" name="S04/object-109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4" name="S04/object-110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5" name="S04/object-111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6" name="S04/object-112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z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7" name="S04/object-113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x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8" name="S04/object-114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9" name="S04/object-115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116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3" name="S04/object-117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本地求解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4" name="S04/object-118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TypeScript + mathjs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5" name="S04/object-119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sparse LU求解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6" name="S04/object-120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Worker CPU异步计算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7" name="S04/object-121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本地离线运行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8" name="S04/object-122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Euler–Bernoulli梁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0" name="S04/object-123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1" name="S04/object-124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3" name="S04/object-125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126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45" name="S04/object-127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128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结果与推导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1" name="S04/object-129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位移、变形与内力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2" name="S04/object-130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空间刚架：构件端力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3" name="S04/object-131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公式库与分步推导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4" name="S04/object-132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危险位置核查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5" name="S04/object-133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SVG / Three.js显示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6" name="S04/object-134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58" name="S04/object-135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60" name="S04/object-136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61" name="S04/object-137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62" name="S04/object-138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F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3" name="S04/object-139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4" name="S04/object-140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5" name="S04/object-141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6" name="S04/object-142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7" name="S04/object-143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8" name="S04/object-144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9" name="S04/object-145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0" name="S04/object-146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1" name="S04/object-147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2" name="S04/object-148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3" name="S04/object-149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4" name="S04/object-150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5" name="S04/object-151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6" name="S04/object-152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7" name="S04/object-153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8" name="S04/object-154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9" name="S04/object-155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0" name="S04/object-156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1" name="S04/object-157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2" name="S04/object-158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3" name="S04/object-159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4" name="S04/object-160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5" name="S04/object-161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6" name="S04/object-162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7" name="S04/object-163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88" name="S04/object-164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165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166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教学应用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4" name="S04/object-167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课堂演示与例题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5" name="S04/object-168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自主练习与校核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6" name="S04/object-169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开卷辅助与概念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7" name="S04/object-170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先预测，再改参数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9" name="S04/object-171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0" name="S04/object-172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2" name="S04/object-173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174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4" name="S04/object-175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5" name="S04/object-176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6" name="S04/object-177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7" name="S04/object-178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8" name="S04/object-179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11" name="S04/object-180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2" name="S04/object-181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3" name="S04/object-182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4" name="S04/object-183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5" name="S04/object-184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解析解 / 案例验证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6" name="S04/object-185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理论解析解对比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典型案例对照与误差检查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7" name="S04/object-186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8" name="S04/object-187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9" name="S04/object-188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0" name="S04/object-189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190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当前边界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3" name="S04/object-191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Tet4实验；暂无成熟实体云图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WASM未接入；WebGPU仅检测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空间当前仅节点荷载、端内力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192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规划层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193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194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195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196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197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198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199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200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201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202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空间荷载补齐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7" name="S04/object-203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204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实体分析完善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3" name="S04/object-205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206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207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WASM / WebGPU验证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依据：软件README、求解器能力审计及实机记录；工程图形为概念示意，非应力云图或新增试验；规划项尚未完成。</a:t>
            </a:r>
            <a:endParaRPr lang="en-US" sz="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Microsoft YaHei"/>
        <a:cs typeface="Times New Roman"/>
        <a:font script="Jpan" typeface="游ゴシック Light"/>
        <a:font script="Hang" typeface="맑은 고딕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Microsoft YaHei"/>
        <a:cs typeface="Times New Roman"/>
        <a:font script="Jpan" typeface="游ゴシック"/>
        <a:font script="Hang" typeface="맑은 고딕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拉压弯扭大师</dc:creator>
  <cp:lastModifiedBy>拉压弯扭大师</cp:lastModifiedBy>
  <cp:revision>1</cp:revision>
  <dcterms:created xsi:type="dcterms:W3CDTF">2026-10-11T10:25:37Z</dcterms:created>
  <dcterms:modified xsi:type="dcterms:W3CDTF">2026-10-11T10:25:37Z</dcterms:modified>
</cp:coreProperties>
</file>