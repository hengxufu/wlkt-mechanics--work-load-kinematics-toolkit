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7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8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9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20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1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2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3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4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6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0F0E8"/>
          </a:solidFill>
          <a:ln w="10160">
            <a:solidFill>
              <a:srgbClr val="E0F0E8"/>
            </a:solidFill>
            <a:prstDash val="solid"/>
          </a:ln>
        </p:spPr>
      </p:sp>
      <p:sp>
        <p:nvSpPr>
          <p:cNvPr id="27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8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9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30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2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4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5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6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28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29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30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31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32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33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34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35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36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37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38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39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40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41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42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43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44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45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46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47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48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49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50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51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52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53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54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55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56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57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58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59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60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61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62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63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64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65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66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67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68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69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70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71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72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73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74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75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76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77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78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79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80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81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82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83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84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85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86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87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88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89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90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91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节点、单元、材料、截面</a:t>
            </a:r>
            <a:endParaRPr lang="en-US" sz="1450" dirty="0"/>
          </a:p>
        </p:txBody>
      </p:sp>
      <p:sp>
        <p:nvSpPr>
          <p:cNvPr id="76" name="S04/object-92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边界条件与荷载输入</a:t>
            </a:r>
            <a:endParaRPr lang="en-US" sz="1450" dirty="0"/>
          </a:p>
        </p:txBody>
      </p:sp>
      <p:sp>
        <p:nvSpPr>
          <p:cNvPr id="77" name="S04/object-93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94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95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96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97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98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99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100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101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102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103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104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105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106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107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108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109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110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111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112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113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114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坐标变换与自由度组织</a:t>
            </a:r>
            <a:endParaRPr lang="en-US" sz="1450" dirty="0"/>
          </a:p>
        </p:txBody>
      </p:sp>
      <p:sp>
        <p:nvSpPr>
          <p:cNvPr id="102" name="S04/object-115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 / 空间模型组织</a:t>
            </a:r>
            <a:endParaRPr lang="en-US" sz="1450" dirty="0"/>
          </a:p>
        </p:txBody>
      </p:sp>
      <p:sp>
        <p:nvSpPr>
          <p:cNvPr id="103" name="S04/object-116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数据支撑公式与显示</a:t>
            </a:r>
            <a:endParaRPr lang="en-US" sz="1450" dirty="0"/>
          </a:p>
        </p:txBody>
      </p:sp>
      <p:sp>
        <p:nvSpPr>
          <p:cNvPr id="104" name="S04/object-117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118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119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120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121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122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123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124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125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126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127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128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129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130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131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132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133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134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135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136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137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138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139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140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141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142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143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144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145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146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 线性求解</a:t>
            </a:r>
            <a:endParaRPr lang="en-US" sz="1450" dirty="0"/>
          </a:p>
        </p:txBody>
      </p:sp>
      <p:sp>
        <p:nvSpPr>
          <p:cNvPr id="136" name="S04/object-147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空间问题：Worker CPU</a:t>
            </a:r>
            <a:endParaRPr lang="en-US" sz="1450" dirty="0"/>
          </a:p>
        </p:txBody>
      </p:sp>
      <p:sp>
        <p:nvSpPr>
          <p:cNvPr id="137" name="S04/object-148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支持本地离线运行</a:t>
            </a:r>
            <a:endParaRPr lang="en-US" sz="1450" dirty="0"/>
          </a:p>
        </p:txBody>
      </p:sp>
      <p:sp>
        <p:nvSpPr>
          <p:cNvPr id="138" name="S04/object-149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Euler–Bernoulli空间梁</a:t>
            </a:r>
            <a:endParaRPr lang="en-US" sz="145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150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151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152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153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154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155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156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位移、变形与构件内力</a:t>
            </a:r>
            <a:endParaRPr lang="en-US" sz="1450" dirty="0"/>
          </a:p>
        </p:txBody>
      </p:sp>
      <p:sp>
        <p:nvSpPr>
          <p:cNvPr id="152" name="S04/object-157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空间刚架：当前为端内力</a:t>
            </a:r>
            <a:endParaRPr lang="en-US" sz="1450" dirty="0"/>
          </a:p>
        </p:txBody>
      </p:sp>
      <p:sp>
        <p:nvSpPr>
          <p:cNvPr id="153" name="S04/object-158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159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危险位置与结果核查</a:t>
            </a:r>
            <a:endParaRPr lang="en-US" sz="1450" dirty="0"/>
          </a:p>
        </p:txBody>
      </p:sp>
      <p:sp>
        <p:nvSpPr>
          <p:cNvPr id="155" name="S04/object-160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Three.js可视显示</a:t>
            </a:r>
            <a:endParaRPr lang="en-US" sz="1450" dirty="0"/>
          </a:p>
        </p:txBody>
      </p:sp>
      <p:sp>
        <p:nvSpPr>
          <p:cNvPr id="156" name="S04/object-161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162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163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164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165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166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167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168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169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170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171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172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173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174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175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176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177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178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179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180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181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182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183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184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185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186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187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188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189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190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191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192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193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194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课堂演示与例题讲解</a:t>
            </a:r>
            <a:endParaRPr lang="en-US" sz="1450" dirty="0"/>
          </a:p>
        </p:txBody>
      </p:sp>
      <p:sp>
        <p:nvSpPr>
          <p:cNvPr id="195" name="S04/object-195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自主练习与解析校核</a:t>
            </a:r>
            <a:endParaRPr lang="en-US" sz="1450" dirty="0"/>
          </a:p>
        </p:txBody>
      </p:sp>
      <p:sp>
        <p:nvSpPr>
          <p:cNvPr id="196" name="S04/object-196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开卷辅助与概念理解</a:t>
            </a:r>
            <a:endParaRPr lang="en-US" sz="1450" dirty="0"/>
          </a:p>
        </p:txBody>
      </p:sp>
      <p:sp>
        <p:nvSpPr>
          <p:cNvPr id="197" name="S04/object-197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先预测，再修改参数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198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199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200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01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202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203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204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205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206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207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208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209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210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211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2000" dirty="0"/>
          </a:p>
        </p:txBody>
      </p:sp>
      <p:sp>
        <p:nvSpPr>
          <p:cNvPr id="216" name="S04/object-212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213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214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215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216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217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218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219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220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221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222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223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224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225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226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227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228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229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230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231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232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233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234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8/object-2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2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2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2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2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2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2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2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7" name="S08/object-243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9" name="S08/object-244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4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1" name="S08/object-245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8/object-246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3" name="S08/object-247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4" name="S08/object-248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08/object-249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6" name="S08/object-250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7" name="S08/object-251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08/object-252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9" name="S08/object-253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30" name="S08/object-254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拉压弯扭大师｜绿色技术路线增强版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2026-10-11T10:18:57Z</dcterms:created>
  <dcterms:modified xsi:type="dcterms:W3CDTF">2026-10-11T10:18:57Z</dcterms:modified>
</cp:coreProperties>
</file>