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7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8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9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20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1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2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3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4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6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7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8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9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30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2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4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6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7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4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9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30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1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2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3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4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35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6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7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6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7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8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9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0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1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52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3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4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6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7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8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9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60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1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62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7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8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9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1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2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3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4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5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6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7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9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30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1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2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3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4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5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7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8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9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40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1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2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3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4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5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6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7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8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9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50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1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2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7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7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8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9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2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3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6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7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8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40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7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8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9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0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1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2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3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4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5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6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7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8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9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40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1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2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6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7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7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27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8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30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1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3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4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5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6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7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8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9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1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7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9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1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3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4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6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7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9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30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7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2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4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6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7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8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9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2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3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5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6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8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9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7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8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9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2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3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4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5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6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8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9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40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1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2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4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5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6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7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8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50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1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7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8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9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20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3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5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7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9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0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1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2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3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5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6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7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8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9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20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3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6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8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30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1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7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8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9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20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2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3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4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5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6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7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8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9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30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1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3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4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5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6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7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8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9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20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1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2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3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4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5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6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8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9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30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1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2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3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5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6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7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8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9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40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7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1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2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3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5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6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9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30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1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3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4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7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8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7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6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7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9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30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1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2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3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4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5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6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7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8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9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1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2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3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4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5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6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7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4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7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8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9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30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2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5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6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7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8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9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1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3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4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5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6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7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8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9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1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2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3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7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2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3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4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5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8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9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30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1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4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5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6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7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8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40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1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2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3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2026-10-11T10:21:43Z</dcterms:created>
  <dcterms:modified xsi:type="dcterms:W3CDTF">2026-10-11T10:21:43Z</dcterms:modified>
</cp:coreProperties>
</file>