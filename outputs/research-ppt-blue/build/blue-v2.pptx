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E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2189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2189C4"/>
            </a:solidFill>
            <a:ln w="25400" cap="flat">
              <a:solidFill>
                <a:srgbClr val="2189C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89C4"/>
              </a:solidFill>
              <a:ln w="9525" cap="flat">
                <a:solidFill>
                  <a:srgbClr val="218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3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本地离线材料力学学习软件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模型：节点 / 材料 / 截面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响应：内力 / 变形 / 反力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解释：公式 / 推导 / 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DFEDF9"/>
          </a:solidFill>
          <a:ln w="10160">
            <a:solidFill>
              <a:srgbClr val="DFEDF9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真实工作区 · 二维 / 空间杆系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v2.0.2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同学分享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概念飘带仅作装饰</a:t>
            </a:r>
            <a:endParaRPr lang="en-US" sz="9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blue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建模抽象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支座究竟约束什么？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节点 / 单元 / 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51"/>
          <p:cNvSpPr/>
          <p:nvPr/>
        </p:nvSpPr>
        <p:spPr>
          <a:xfrm>
            <a:off x="77724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检查：节点连接 / 支座自由度 / 荷载方向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EFFA"/>
          </a:solidFill>
          <a:ln w="10160">
            <a:solidFill>
              <a:srgbClr val="E1EFF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符号难读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负弯矩是否表示错误？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局部坐标 / 正负约定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2/object-68"/>
          <p:cNvSpPr/>
          <p:nvPr/>
        </p:nvSpPr>
        <p:spPr>
          <a:xfrm>
            <a:off x="457200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检查：局部坐标 / 图例符号 / 截面位置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可信度判断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求解完成就足够吗？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平衡关系 / 解析对照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0" name="S02/object-78"/>
          <p:cNvSpPr/>
          <p:nvPr/>
        </p:nvSpPr>
        <p:spPr>
          <a:xfrm>
            <a:off x="836676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检查：整体平衡 / 解析幅值 / 参数趋势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学习闭环：明确条件 → 离散建模 → 求解响应 → 解析核验 → 单参数实验；保留单位、方向与边界依据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拉伸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ΔL = NL / (EA)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轴力与长度变化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压缩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压缩取符号约定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短柱概念，非失稳分析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EI 控制挠度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关注危险截面位置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φ = TL / (GJ)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均匀圆轴、小变形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blue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blue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blue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blue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“拉压弯扭大师” 材料力学教学软件技术路线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建模输入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二维梁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空间桁架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节点 / 材料 / 截面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约束与荷载输入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统一模型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杆系单元统一表达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坐标变换 / 自由度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二维与空间模型组织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数据关联公式与显示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TypeScript + mathjs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sparse LU求解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Worker CPU异步计算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本地离线运行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Euler–Bernoulli梁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结果与推导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位移、变形与内力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空间刚架：构件端力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公式库与分步推导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危险位置核查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SVG / Three.js显示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教学应用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课堂演示与例题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自主练习与校核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开卷辅助与概念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先预测，再改参数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解析解 / 案例验证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理论解析解对比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典型案例对照与误差检查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当前边界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Tet4实验；暂无成熟实体云图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WASM未接入；WebGPU仅检测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空间当前仅节点荷载、端内力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规划层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空间荷载补齐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实体分析完善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WASM / WebGPU验证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依据：软件README、求解器能力审计及实机记录；工程图形为概念示意，非应力云图或新增试验；规划项尚未完成。</a:t>
            </a:r>
            <a:endParaRPr lang="en-US" sz="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典型交互：选中对象 → 修改属性 → 观察视图 → 核对结果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73A5C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沿梁读取：A端 → 集中力左侧 → 集中力右侧 → B端；检查：局部坐标 / 图例符号 / 截面位置。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解析期望 ↔ 实机读数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核验项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解析幅值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界面幅值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跨中弯矩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条件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6 m / 跨中18 kN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符号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图中−27遵循软件约定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端弯矩0，内部峰值27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结论限于默认案例的显示幅值对照，尚非全工况精度认证。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blue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a=1m：反力偏向左端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a=2m：分配逐渐均衡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a=3m：对称且弯矩幅值最大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固定荷载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固定跨度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位置变量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a距左端：1 / 2 / 3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受力分析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隔离结构，列出外力与支座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ΣFx=0，ΣFz=0，ΣMy=0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截面内力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dV/dx+qz=0；dM/dx−V=0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结果检查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比较边界值、峰值与单位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教学助手：让每一步都有可核对的物理含义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4 × 6 = 24：约束处理前节点自由度总数，不等于24个有效自由度。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每节点六自由度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EA/L：轴向；GJ/L：扭转；EI：双向弯曲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局部刚度 → 坐标变换 → 整体自由度装配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Euler–Bernoulli梁；不含剪切变形修正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blue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核验步骤：读取外力 → 读取总反力 → 逐方向求和 → 明确未检查的力矩。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24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总自由度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blue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CEBF8"/>
          </a:solidFill>
          <a:ln w="10160">
            <a:solidFill>
              <a:srgbClr val="DCEBF8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本地计算核心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单元组装 / 约束分块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位移 → 反力与端力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模型数据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节点、材料、截面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可视交互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Three.js 视图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学习解释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公式库 / 分步推导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内力与结果表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离线交付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Electron / PWA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Worker CPU + sparse LU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计算链：K组装 → 约束分块 → sparse LU → 位移 → 反力与端力；Worker不可用回退主线程，WebGPU仅检测。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blue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已实现 · 学习功能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二维梁 / 刚架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反力、N / V / M、变形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空间杆系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节点自由度、构件端力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使用前检查条件与符号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EFF9"/>
          </a:solidFill>
          <a:ln w="10160">
            <a:solidFill>
              <a:srgbClr val="E4EFF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实验中 · 继续验证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Tet4实验内核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与主编辑器实体链仍待完善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WebGPU能力检测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不等于GPU数值求解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不把界面入口当作成熟能力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用途边界 · 如实说明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课堂学习与训练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解析对照、可视化理解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尚非工程认证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不用于设计、鉴定或商业用途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功能存在 ≠ 充分验证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blue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固定P、L与截面，仅改a；核对反力和弯矩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把“看见结果”推进到“解释结果”</a:t>
            </a:r>
            <a:endParaRPr lang="en-US" sz="3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可视化建模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把条件转成节点与构件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已见：二维与空间工作区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EEF9"/>
          </a:solidFill>
          <a:ln w="10160">
            <a:solidFill>
              <a:srgbClr val="E1EEF9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结果解释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联系内力图、公式与危险位置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已见：默认梁幅值对照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独立核验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平衡关系与解析解交叉检查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已见：空间三向力平衡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下一步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验证优先：边界与荷载组合 → 解析回归算例 → 空间完整力矩平衡 → 实体链路完善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轴向拉压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σ=N/A；ΔL=NL/(EA)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N：轴力；A：面积；E：弹性模量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均匀等截面、线弹性；统一N/m/Pa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弯曲响应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σmax=M/W；EI控制挠度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M：弯矩；W：抗弯截面系数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线弹性、小变形；截面与边界须匹配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圆轴扭转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τmax=T/Wt；φ=TL/(GJ)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T：扭矩；J：极惯性矩；G：剪切模量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均匀圆轴、小变形；角度按rad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集中力简支梁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RA=P(L−a)/L；Mpeak=Pa(L−a)/L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a：距左支座位置；0&lt;a&lt;L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本稿P=18kN，L=6m；仅解析预测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实机已观察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二维梁9/9kN与27kN·m幅值；空间三向力平衡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本地实机截图与运行记录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解析预测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荷载位置a=1/2/3m的反力与弯矩趋势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sources/native-data.json，非新增测量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实验与缺项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Tet4实验；完整力矩核验待补；GPU仅检测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README及求解能力审计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视觉协作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网页规划与逐项独立素材生成，模型名未核验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用户授权当前网页版继续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Times New Roman"/>
                <a:ea typeface="Microsoft YaHei"/>
                <a:cs typeface="Times New Roman"/>
              </a:rPr>
              <a:t>欢迎带着模型、单位和截图交流：先定位条件，再判断差异。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拉压弯扭大师｜蓝色技术路线增强版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2026-10-11T10:31:38Z</dcterms:created>
  <dcterms:modified xsi:type="dcterms:W3CDTF">2026-10-11T10:31:38Z</dcterms:modified>
</cp:coreProperties>
</file>