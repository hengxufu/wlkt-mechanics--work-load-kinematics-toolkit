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5" name="S04/object-2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3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9" name="S04/object-4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0" name="S04/object-5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1" name="S04/object-6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7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8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14" name="S04/object-9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0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4/object-11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4/object-12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20" name="S04/object-13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1" name="S04/object-14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5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3" name="S04/object-16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4" name="S04/object-17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5" name="S04/object-18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6" name="S04/object-19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27" name="S04/object-20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21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1" name="S04/object-22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2" name="S04/object-23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3" name="S04/object-24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4" name="S04/object-25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5" name="S04/object-26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6" name="S04/object-27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7" name="S04/object-28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29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30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40" name="S04/object-31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32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2" name="S04/object-33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3" name="S04/object-34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4" name="S04/object-35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5" name="S04/object-36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6" name="S04/object-37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7" name="S04/object-38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8" name="S04/object-39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9" name="S04/object-40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0" name="S04/object-41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1" name="S04/object-42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2" name="S04/object-43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3" name="S04/object-44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4" name="S04/object-45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5" name="S04/object-46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6" name="S04/object-47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7" name="S04/object-48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8" name="S04/object-49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9" name="S04/object-50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0" name="S04/object-51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1" name="S04/object-52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2" name="S04/object-53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3" name="S04/object-54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55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56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57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58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59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60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61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62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63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64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65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66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8" name="S04/object-67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9" name="S04/object-68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1" name="S04/object-69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3" name="S04/object-70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4" name="S04/object-71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5" name="S04/object-72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6" name="S04/object-73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7" name="S04/object-74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8" name="S04/object-75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90" name="S04/object-76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77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78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79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80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81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82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83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84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85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86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87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88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89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90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5" name="S04/object-91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6" name="S04/object-92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7" name="S04/object-93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8" name="S04/object-94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9" name="S04/object-95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0" name="S04/object-96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1" name="S04/object-97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2" name="S04/object-98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3" name="S04/object-99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4" name="S04/object-100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5" name="S04/object-101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6" name="S04/object-102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7" name="S04/object-103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8" name="S04/object-104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9" name="S04/object-105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0" name="S04/object-106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1" name="S04/object-107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2" name="S04/object-108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3" name="S04/object-109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4" name="S04/object-110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5" name="S04/object-111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6" name="S04/object-112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113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114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9" name="S04/object-115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116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3" name="S04/object-117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118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119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120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121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122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0" name="S04/object-123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1" name="S04/object-124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3" name="S04/object-125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126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45" name="S04/object-127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128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129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130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131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132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133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134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58" name="S04/object-135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60" name="S04/object-136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61" name="S04/object-137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62" name="S04/object-138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139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4" name="S04/object-140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5" name="S04/object-141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6" name="S04/object-142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7" name="S04/object-143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8" name="S04/object-144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9" name="S04/object-145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0" name="S04/object-146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1" name="S04/object-147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2" name="S04/object-148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3" name="S04/object-149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4" name="S04/object-150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5" name="S04/object-151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6" name="S04/object-152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7" name="S04/object-153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8" name="S04/object-154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9" name="S04/object-155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0" name="S04/object-156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1" name="S04/object-157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2" name="S04/object-158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3" name="S04/object-159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4" name="S04/object-160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5" name="S04/object-161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6" name="S04/object-162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7" name="S04/object-163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88" name="S04/object-164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165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166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167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168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169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170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9" name="S04/object-171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0" name="S04/object-172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2" name="S04/object-173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174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4" name="S04/object-175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5" name="S04/object-176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6" name="S04/object-177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7" name="S04/object-178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8" name="S04/object-179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1" name="S04/object-180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2" name="S04/object-181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3" name="S04/object-182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4" name="S04/object-183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5" name="S04/object-184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185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186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8" name="S04/object-187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9" name="S04/object-188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0" name="S04/object-189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190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191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192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193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194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195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196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197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198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199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200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201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202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203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204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205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206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207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拉压弯扭大师</dc:creator>
  <cp:lastModifiedBy>拉压弯扭大师</cp:lastModifiedBy>
  <cp:revision>1</cp:revision>
  <dcterms:created xsi:type="dcterms:W3CDTF">2026-10-11T10:31:43Z</dcterms:created>
  <dcterms:modified xsi:type="dcterms:W3CDTF">2026-10-11T10:31:43Z</dcterms:modified>
</cp:coreProperties>
</file>