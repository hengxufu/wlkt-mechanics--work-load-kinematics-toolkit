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065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198E7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198E74"/>
            </a:solidFill>
            <a:ln w="25400" cap="flat">
              <a:solidFill>
                <a:srgbClr val="198E7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8E74"/>
              </a:solidFill>
              <a:ln w="9525" cap="flat">
                <a:solidFill>
                  <a:srgbClr val="198E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blue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3" name="S02/object-51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F2EA"/>
          </a:solidFill>
          <a:ln w="10160">
            <a:solidFill>
              <a:srgbClr val="E1F2E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0" name="S02/object-68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0" name="S02/object-78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  <p:pic>
        <p:nvPicPr>
          <p:cNvPr id="52" name="S03/web-rich-01" descr="single-element asset; sha256=dc2af86829bcb3b581c0028ff9aca7a69673be3c6b53b4ac61016c3bf96f22f2; source=D:\MACHANICS-OF-MATERIALS-main\outputs\research-ppt-blue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53" name="S03/web-rich-02" descr="single-element asset; sha256=1d89bfc612bfe06d536c62378f5d93c05dd8cb1e858087469ac598fbc565d456; source=D:\MACHANICS-OF-MATERIALS-main\outputs\research-ppt-blue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4" name="S03/web-rich-03" descr="single-element asset; sha256=a39b3f4935ee4dd51afda4280479e0fd859ccff7159de3b7b9642679d36f4422; source=D:\MACHANICS-OF-MATERIALS-main\outputs\research-ppt-blue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5" name="S03/web-rich-04" descr="single-element asset; sha256=0ac29514cfe88aea1b3a412ce7dac11041e221e56cf845596f68f1892d294d3c; source=D:\MACHANICS-OF-MATERIALS-main\outputs\research-ppt-blue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073E32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blue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blue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blue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DEEE5"/>
          </a:solidFill>
          <a:ln w="10160">
            <a:solidFill>
              <a:srgbClr val="DDEEE5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blue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F1E9"/>
          </a:solidFill>
          <a:ln w="10160">
            <a:solidFill>
              <a:srgbClr val="E4F1E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  <p:pic>
        <p:nvPicPr>
          <p:cNvPr id="40" name="S14/web-rich-09" descr="single-element asset; sha256=bca6ce2edf8253445c3bb8fc91e810354c9b163bbb703c1003ce3e10cc5b47bd; source=D:\MACHANICS-OF-MATERIALS-main\outputs\research-ppt-blue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F2E8"/>
          </a:solidFill>
          <a:ln w="10160">
            <a:solidFill>
              <a:srgbClr val="E1F2E8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2026-10-11T10:30:20Z</dcterms:created>
  <dcterms:modified xsi:type="dcterms:W3CDTF">2026-10-11T10:30:20Z</dcterms:modified>
</cp:coreProperties>
</file>