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EA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2189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2189C4"/>
            </a:solidFill>
            <a:ln w="25400" cap="flat">
              <a:solidFill>
                <a:srgbClr val="2189C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89C4"/>
              </a:solidFill>
              <a:ln w="9525" cap="flat">
                <a:solidFill>
                  <a:srgbClr val="218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DFEDF9"/>
          </a:solidFill>
          <a:ln w="10160">
            <a:solidFill>
              <a:srgbClr val="DFEDF9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blue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3" name="S02/object-51"/>
          <p:cNvSpPr/>
          <p:nvPr/>
        </p:nvSpPr>
        <p:spPr>
          <a:xfrm>
            <a:off x="77724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检查：节点连接 / 支座自由度 / 荷载方向</a:t>
            </a:r>
            <a:endParaRPr lang="en-US" sz="1600" dirty="0"/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EFFA"/>
          </a:solidFill>
          <a:ln w="10160">
            <a:solidFill>
              <a:srgbClr val="E1EFF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0" name="S02/object-68"/>
          <p:cNvSpPr/>
          <p:nvPr/>
        </p:nvSpPr>
        <p:spPr>
          <a:xfrm>
            <a:off x="457200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检查：局部坐标 / 图例符号 / 截面位置</a:t>
            </a:r>
            <a:endParaRPr lang="en-US" sz="1600" dirty="0"/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0" name="S02/object-78"/>
          <p:cNvSpPr/>
          <p:nvPr/>
        </p:nvSpPr>
        <p:spPr>
          <a:xfrm>
            <a:off x="836676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检查：整体平衡 / 解析幅值 / 参数趋势</a:t>
            </a:r>
            <a:endParaRPr lang="en-US" sz="1600" dirty="0"/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学习闭环：明确条件 → 离散建模 → 求解响应 → 解析核验 → 单参数实验；保留单位、方向与边界依据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  <p:pic>
        <p:nvPicPr>
          <p:cNvPr id="52" name="S03/web-rich-01" descr="single-element asset; sha256=dc2af86829bcb3b581c0028ff9aca7a69673be3c6b53b4ac61016c3bf96f22f2; source=D:\MACHANICS-OF-MATERIALS-main\outputs\research-ppt-blue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53" name="S03/web-rich-02" descr="single-element asset; sha256=1d89bfc612bfe06d536c62378f5d93c05dd8cb1e858087469ac598fbc565d456; source=D:\MACHANICS-OF-MATERIALS-main\outputs\research-ppt-blue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4" name="S03/web-rich-03" descr="single-element asset; sha256=a39b3f4935ee4dd51afda4280479e0fd859ccff7159de3b7b9642679d36f4422; source=D:\MACHANICS-OF-MATERIALS-main\outputs\research-ppt-blue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5" name="S03/web-rich-04" descr="single-element asset; sha256=0ac29514cfe88aea1b3a412ce7dac11041e221e56cf845596f68f1892d294d3c; source=D:\MACHANICS-OF-MATERIALS-main\outputs\research-ppt-blue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73A5C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B端；检查：局部坐标 / 图例符号 / 截面位置。</a:t>
            </a:r>
            <a:endParaRPr lang="en-US" sz="1200" dirty="0"/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blue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EA/L：轴向；GJ/L：扭转；EI：双向弯曲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局部刚度 → 坐标变换 → 整体自由度装配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Euler–Bernoulli梁；不含剪切变形修正</a:t>
            </a:r>
            <a:endParaRPr lang="en-US" sz="1800" dirty="0"/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blue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blue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CEBF8"/>
          </a:solidFill>
          <a:ln w="10160">
            <a:solidFill>
              <a:srgbClr val="DCEBF8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计算链：K组装 → 约束分块 → sparse LU → 位移 → 反力与端力；Worker不可用回退主线程，WebGPU仅检测。</a:t>
            </a:r>
            <a:endParaRPr lang="en-US" sz="1300" dirty="0"/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blue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EFF9"/>
          </a:solidFill>
          <a:ln w="10160">
            <a:solidFill>
              <a:srgbClr val="E4EFF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  <p:pic>
        <p:nvPicPr>
          <p:cNvPr id="40" name="S14/web-rich-09" descr="single-element asset; sha256=bca6ce2edf8253445c3bb8fc91e810354c9b163bbb703c1003ce3e10cc5b47bd; source=D:\MACHANICS-OF-MATERIALS-main\outputs\research-ppt-blue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固定P、L与截面，仅改a；核对反力和弯矩</a:t>
            </a:r>
            <a:endParaRPr lang="en-US" sz="1700" dirty="0"/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EEF9"/>
          </a:solidFill>
          <a:ln w="10160">
            <a:solidFill>
              <a:srgbClr val="E1EEF9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验证优先：边界与荷载组合 → 解析回归算例 → 空间完整力矩平衡 → 实体链路完善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拉压弯扭大师｜蓝色技术路线增强版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2026-10-11T10:31:38Z</dcterms:created>
  <dcterms:modified xsi:type="dcterms:W3CDTF">2026-10-11T10:31:38Z</dcterms:modified>
</cp:coreProperties>
</file>